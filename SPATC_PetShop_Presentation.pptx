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</a:rPr>
              <a:t>SPATC PET SHOP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Hệ thống Quản lý Cửa hàng Thú cưng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Công nghệ sử dụng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Node.js + Express.js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MongoDB + Mongoose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HTML5 + CSS3 + JavaScript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Authentication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JWT + bcrypt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Real-time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Socket.IO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Helmet + CORS + Rate Limit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Tính năng chính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0" y="25603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Quản lý sản phẩm (CRUD)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Đặt lịch dịch vụ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Quản lý thú cưng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Mua sắm trực tuyến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Chat realtime với nhân viên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Quản lý tài khoản &amp; phân quyền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Thông báo realtime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Upload hình ảnh sản phẩm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Kiến trúc REST API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/api/auth  •  /api/products  •  /api/services  •  /api/bookings  •  /api/pets  •  /api/shop-orders  •  /api/cart  •  /api/vouchers  •  /api/notifications  •  /api/chat  •  /api/upload  •  /api/accounts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</a:rPr>
              <a:t>Chức năng chi tiết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1. Authentication &amp; Authorization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Đăng ký / Đăng nhập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JWT Access Token (7 ngày)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Refresh Token (30 ngày)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Phân quyền: user/staff/admin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Rate Limit bảo vệ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2. CRUD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Products: Tạo, Đọc, Sửa, Xóa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Orders: Quản lý đơn hàng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Bookings: Đặt lịch dịch vụ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Pets: Quản lý thú cưng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Services: Dịch vụ &amp; Hotel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108960"/>
            <a:ext cx="4114800" cy="1645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3. Transaction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Tạo đơn hàng: Tự động trừ tồn kho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Xóa đơn hàng: Hoàn tồn kho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MongoDB Session đảm bảo ACID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</a:rPr>
              <a:t>4. Upload &amp; Real-time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Upload single/multiple 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Socket.IO: Chat realtime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Thông báo realtime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Database Models (MongoDB)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TaiKhoan  •  KhachHang  •  ThuCung  •  SanPham  •  DichVu  •  DatLich  •  ShopOrder  •  Voucher  •  DanhGia  •  PhongKhachSan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2026-04-06T11:16:30Z</dcterms:created>
  <dcterms:modified xsi:type="dcterms:W3CDTF">2026-04-06T11:16:30Z</dcterms:modified>
</cp:coreProperties>
</file>